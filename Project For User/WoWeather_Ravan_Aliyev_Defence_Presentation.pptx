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4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WoWeather is a native Android weather application built for the bachelor thesis. Emphasize that the defence will focus on the implemented product, architecture, validation, limitations, and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application exists. The goal is not to create forecast algorithms but to build a practical client that consumes an external weather API and gives users a clean app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thesis scope. Be clear that planned features are deliberately separated from implemented features, which makes the documentation traceable to the actual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application is scoped around one end-user. The functional requirements cover the primary weather journey; non-functional requirements focus on maintainability and Android development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technologies as groups: networking, local persistence, architecture, asynchronous work, navigation, and visual components. Mention that the stack was chosen to fit a native Android Kotlin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app as single-module but layered. The goal of the architecture is to keep fragments away from direct network or database calls and to put object construction in Hilt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describe the main forecast path. The user opens Home, the city token is observed, ViewModel calls a use case, the repository uses Retrofit, and the response is mapped back to UI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Room and DataStore solve different problems. Room handles structured lists, while DataStore handles small preferences that affect routing and temperature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actual screens from the demonstration. This is the complete core journey: city selection, forecast view, detail view, saved locations, and unit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implementation details that demonstrate engineering work: reactive state handling, API debounce, type-safe navigation, connectivity management, and custom visual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defence questions. Be transparent: the project works as an academic prototype, but production hardening would require testing, secure configuration, offline caching, and cleanup of prototype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emphasizing the result: the core user journey is complete and the app is maintainable. Then acknowledge future work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WoWeather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4FF"/>
                </a:solidFill>
              </a:rPr>
              <a:t>Android Weather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1920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Bachelor’s Thesis Defence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2677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Ravan Aliyev  ·  University of Łódź  · 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5440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74FF"/>
                </a:solidFill>
              </a:rPr>
              <a:t>☀️  🌧️  🌙</a:t>
            </a:r>
            <a:endParaRPr lang="en-US" sz="2800" dirty="0"/>
          </a:p>
        </p:txBody>
      </p:sp>
      <p:pic>
        <p:nvPicPr>
          <p:cNvPr id="7" name="Image 0" descr="/mnt/data/woweather_assets/home_screen.png"/>
          <p:cNvPicPr>
            <a:picLocks noChangeAspect="1"/>
          </p:cNvPicPr>
          <p:nvPr/>
        </p:nvPicPr>
        <p:blipFill>
          <a:blip r:embed="rId3"/>
          <a:srcRect l="63" r="62"/>
          <a:stretch/>
        </p:blipFill>
        <p:spPr>
          <a:xfrm>
            <a:off x="6675120" y="594360"/>
            <a:ext cx="2148840" cy="4572000"/>
          </a:xfrm>
          <a:prstGeom prst="rect">
            <a:avLst/>
          </a:prstGeom>
        </p:spPr>
      </p:pic>
      <p:pic>
        <p:nvPicPr>
          <p:cNvPr id="8" name="Image 1" descr="/mnt/data/woweather_assets/details_screen.png"/>
          <p:cNvPicPr>
            <a:picLocks noChangeAspect="1"/>
          </p:cNvPicPr>
          <p:nvPr/>
        </p:nvPicPr>
        <p:blipFill>
          <a:blip r:embed="rId4"/>
          <a:srcRect l="779" r="779"/>
          <a:stretch/>
        </p:blipFill>
        <p:spPr>
          <a:xfrm>
            <a:off x="9098280" y="1051560"/>
            <a:ext cx="196596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D2433"/>
                </a:solidFill>
              </a:rPr>
              <a:t>A native Kotlin app that retrieves weather data, stores user preferences, and presents forecasts through a structured multi-screen interface.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project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</a:rPr>
              <a:t>Weather apps must combine remote data, local user choices, and clear UI behaviour when connectivity changes.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548640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D2433"/>
                </a:solidFill>
              </a:rPr>
              <a:t>• Retrieve forecast information reliably from an external REST service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433"/>
                </a:solidFill>
              </a:rPr>
              <a:t>• Present current, hourly, and multi-day data in a readable mobile interface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433"/>
                </a:solidFill>
              </a:rPr>
              <a:t>• Preserve selected city and temperature unit locally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D2433"/>
                </a:solidFill>
              </a:rPr>
              <a:t>• React clearly when network access is unavailable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114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74FF"/>
                </a:solidFill>
              </a:rPr>
              <a:t>WeatherAPI.com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49440" y="1915668"/>
            <a:ext cx="4114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5758B"/>
                </a:solidFill>
              </a:rPr>
              <a:t>forecast source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0" y="2651760"/>
            <a:ext cx="4114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9E6F"/>
                </a:solidFill>
              </a:rPr>
              <a:t>Android API 24+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49440" y="3104388"/>
            <a:ext cx="4114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5758B"/>
                </a:solidFill>
              </a:rPr>
              <a:t>target platform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0" y="3840480"/>
            <a:ext cx="4114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</a:rPr>
              <a:t>Kotlin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4293108"/>
            <a:ext cx="4114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5758B"/>
                </a:solidFill>
              </a:rPr>
              <a:t>implementation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5758B"/>
                </a:solidFill>
              </a:rPr>
              <a:t>Outcome: a maintainable Android client, not a meteorological forecasting engine.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Project objectives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&amp; implemented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5166360" cy="1234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Main objective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Build a maintainable Android weather client with REST data, local storage, and a structured multi-screen interface.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507492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Layered architecture with presentation, domain-oriented, and data responsibilities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WeatherAPI.com integration for search and forecast retrieval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Room and Preferences DataStore for local persistence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Navigation between Splash, Home, Search, Location Manager, Settings, Details, and Hourly screens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Custom visual components: wind compass, sunrise/sunset, and hourly chart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46520" y="132588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D2433"/>
                </a:solidFill>
              </a:rPr>
              <a:t>Out of current scope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1D2433"/>
                </a:solidFill>
              </a:rPr>
              <a:t>GPS location, live AQI, offline forecast cache, notifications, web/iOS clients, and user accounts.</a:t>
            </a:r>
            <a:endParaRPr lang="en-US" sz="1550" dirty="0"/>
          </a:p>
        </p:txBody>
      </p:sp>
      <p:pic>
        <p:nvPicPr>
          <p:cNvPr id="9" name="Image 0" descr="/mnt/data/woweather_assets/search_screen.png"/>
          <p:cNvPicPr>
            <a:picLocks noChangeAspect="1"/>
          </p:cNvPicPr>
          <p:nvPr/>
        </p:nvPicPr>
        <p:blipFill>
          <a:blip r:embed="rId3"/>
          <a:srcRect l="257" r="257"/>
          <a:stretch/>
        </p:blipFill>
        <p:spPr>
          <a:xfrm>
            <a:off x="6720840" y="2743200"/>
            <a:ext cx="1463040" cy="3154680"/>
          </a:xfrm>
          <a:prstGeom prst="rect">
            <a:avLst/>
          </a:prstGeom>
        </p:spPr>
      </p:pic>
      <p:pic>
        <p:nvPicPr>
          <p:cNvPr id="10" name="Image 1" descr="/mnt/data/woweather_assets/location_manager.png"/>
          <p:cNvPicPr>
            <a:picLocks noChangeAspect="1"/>
          </p:cNvPicPr>
          <p:nvPr/>
        </p:nvPicPr>
        <p:blipFill>
          <a:blip r:embed="rId4"/>
          <a:srcRect l="1161" r="1161"/>
          <a:stretch/>
        </p:blipFill>
        <p:spPr>
          <a:xfrm>
            <a:off x="8412480" y="2743200"/>
            <a:ext cx="1463040" cy="3154680"/>
          </a:xfrm>
          <a:prstGeom prst="rect">
            <a:avLst/>
          </a:prstGeom>
        </p:spPr>
      </p:pic>
      <p:pic>
        <p:nvPicPr>
          <p:cNvPr id="11" name="Image 2" descr="/mnt/data/woweather_assets/settings_screen.png"/>
          <p:cNvPicPr>
            <a:picLocks noChangeAspect="1"/>
          </p:cNvPicPr>
          <p:nvPr/>
        </p:nvPicPr>
        <p:blipFill>
          <a:blip r:embed="rId5"/>
          <a:srcRect l="725" r="725"/>
          <a:stretch/>
        </p:blipFill>
        <p:spPr>
          <a:xfrm>
            <a:off x="10104120" y="2743200"/>
            <a:ext cx="14630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Requirements analysis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3246120" cy="475488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Functional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84248"/>
            <a:ext cx="30632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Display current weather for a selected city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Show hourly forecast and multi-day forecast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Search, save, select, and delete locations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Open Today/Daily details and single-hour details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Manual refresh and connectivity warning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325880"/>
            <a:ext cx="3246120" cy="475488"/>
          </a:xfrm>
          <a:prstGeom prst="roundRect">
            <a:avLst/>
          </a:prstGeom>
          <a:solidFill>
            <a:srgbClr val="2D74FF"/>
          </a:solidFill>
          <a:ln w="12700">
            <a:solidFill>
              <a:srgbClr val="2D74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Non-functional requirements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1984248"/>
            <a:ext cx="30632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Android API 24+ compatibility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Separation of UI, use-case, and data-access responsibilities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Hilt dependency injection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Coroutines and Flow for asynchronous work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Safe Args and binding for type-safe UI flows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2440" y="1325880"/>
            <a:ext cx="3246120" cy="475488"/>
          </a:xfrm>
          <a:prstGeom prst="roundRect">
            <a:avLst/>
          </a:prstGeom>
          <a:solidFill>
            <a:srgbClr val="1E9E6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Single end-user role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1984248"/>
            <a:ext cx="30632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No login or registration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WeatherAPI key identifies app requests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City selections and preferences are stored locally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External weather queries are sent only when needed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742432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</a:rPr>
              <a:t>Design principle: each requirement maps to a concrete implemented screen, class, or data flow.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Technical background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D74FF"/>
                </a:solidFill>
              </a:rPr>
              <a:t>Kotlin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Primary language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1417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9E6F"/>
                </a:solidFill>
              </a:rPr>
              <a:t>Retrofit + Gson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0" y="1755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REST + JSON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01000" y="1417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0B429"/>
                </a:solidFill>
              </a:rPr>
              <a:t>OkHttp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01000" y="1755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HTTP client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6426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D74FF"/>
                </a:solidFill>
              </a:rPr>
              <a:t>Room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Saved cities / history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26426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9E6F"/>
                </a:solidFill>
              </a:rPr>
              <a:t>DataStore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City + unit preference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01000" y="26426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0B429"/>
                </a:solidFill>
              </a:rPr>
              <a:t>Hilt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01000" y="298094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Dependency injection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D74FF"/>
                </a:solidFill>
              </a:rPr>
              <a:t>Coroutines / Flow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Async streams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9E6F"/>
                </a:solidFill>
              </a:rPr>
              <a:t>Navigation + Safe Args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89120" y="4206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Type-safe screens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01000" y="3867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0B429"/>
                </a:solidFill>
              </a:rPr>
              <a:t>Glide + Lottie + Chart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001000" y="4206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5758B"/>
                </a:solidFill>
              </a:rPr>
              <a:t>Visual UX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440680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355B"/>
                </a:solidFill>
              </a:rPr>
              <a:t>Build configuration: minSdk 24, compile/target SDK 35, JVM target 17, Data Binding + View Binding.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280160" y="1353312"/>
            <a:ext cx="9646920" cy="7315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2D74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Presentation layer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MainActivity · Fragments · ViewModels · Adapters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89904" y="2148840"/>
            <a:ext cx="0" cy="384048"/>
          </a:xfrm>
          <a:prstGeom prst="line">
            <a:avLst/>
          </a:prstGeom>
          <a:noFill/>
          <a:ln w="2540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9646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Domain-oriented layer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Use cases · Repository interfaces · Domain/UI models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9904" y="3401568"/>
            <a:ext cx="0" cy="384048"/>
          </a:xfrm>
          <a:prstGeom prst="line">
            <a:avLst/>
          </a:prstGeom>
          <a:noFill/>
          <a:ln w="25400">
            <a:solidFill>
              <a:srgbClr val="1E9E6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80160" y="3858768"/>
            <a:ext cx="9646920" cy="7315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F0B42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Data layer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2355B"/>
                </a:solidFill>
              </a:rPr>
              <a:t>Repository implementations · Sources · Services · DTOs · Mappers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94760" y="4663440"/>
            <a:ext cx="0" cy="41148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412480" y="4663440"/>
            <a:ext cx="1005840" cy="41148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234440" y="5230368"/>
            <a:ext cx="3840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433"/>
                </a:solidFill>
              </a:rPr>
              <a:t>WeatherAPI.com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433"/>
                </a:solidFill>
              </a:rPr>
              <a:t>remote REST 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14032" y="5230368"/>
            <a:ext cx="3840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433"/>
                </a:solidFill>
              </a:rPr>
              <a:t>Room DB + DataStore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433"/>
                </a:solidFill>
              </a:rPr>
              <a:t>local persistence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Remote data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55648" y="2587752"/>
            <a:ext cx="173736" cy="0"/>
          </a:xfrm>
          <a:prstGeom prst="line">
            <a:avLst/>
          </a:prstGeom>
          <a:noFill/>
          <a:ln w="2159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081528" y="2587752"/>
            <a:ext cx="493776" cy="0"/>
          </a:xfrm>
          <a:prstGeom prst="line">
            <a:avLst/>
          </a:prstGeom>
          <a:noFill/>
          <a:ln w="2159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727448" y="2587752"/>
            <a:ext cx="630936" cy="0"/>
          </a:xfrm>
          <a:prstGeom prst="line">
            <a:avLst/>
          </a:prstGeom>
          <a:noFill/>
          <a:ln w="2159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10528" y="2587752"/>
            <a:ext cx="722376" cy="0"/>
          </a:xfrm>
          <a:prstGeom prst="line">
            <a:avLst/>
          </a:prstGeom>
          <a:noFill/>
          <a:ln w="2159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385048" y="2587752"/>
            <a:ext cx="676656" cy="0"/>
          </a:xfrm>
          <a:prstGeom prst="line">
            <a:avLst/>
          </a:prstGeom>
          <a:noFill/>
          <a:ln w="21590">
            <a:solidFill>
              <a:srgbClr val="2D74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1115568" cy="5029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User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1115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HomeFragment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1115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HomeViewModel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486400" y="2331720"/>
            <a:ext cx="1115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LocationUseCase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360920" y="2331720"/>
            <a:ext cx="111556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Repository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189720" y="2331720"/>
            <a:ext cx="1115568" cy="5029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</a:rPr>
              <a:t>WeatherAPI.com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1. City token is read from DataStore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2. Forecast request is made with DAYS = 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3. Retrofit returns DTOs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4. Mappers convert DTOs to UI models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5. ViewModel emits Resource.Success to the UI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2286000" cy="9601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2D74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</a:rPr>
              <a:t>State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</a:rPr>
              <a:t>Loading → Success → Error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3703320"/>
            <a:ext cx="2194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</a:rPr>
              <a:t>UI result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355B"/>
                </a:solidFill>
              </a:rPr>
              <a:t>Current + hourly + daily forecast</a:t>
            </a:r>
            <a:endParaRPr lang="en-US" sz="1500" dirty="0"/>
          </a:p>
        </p:txBody>
      </p:sp>
      <p:pic>
        <p:nvPicPr>
          <p:cNvPr id="20" name="Image 0" descr="/mnt/data/woweather_assets/home_screen.png"/>
          <p:cNvPicPr>
            <a:picLocks noChangeAspect="1"/>
          </p:cNvPicPr>
          <p:nvPr/>
        </p:nvPicPr>
        <p:blipFill>
          <a:blip r:embed="rId3"/>
          <a:srcRect l="417" r="417"/>
          <a:stretch/>
        </p:blipFill>
        <p:spPr>
          <a:xfrm>
            <a:off x="10652760" y="1005840"/>
            <a:ext cx="89611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Data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persistence &amp; preferences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474720" cy="502920"/>
          </a:xfrm>
          <a:prstGeom prst="roundRect">
            <a:avLst/>
          </a:prstGeom>
          <a:solidFill>
            <a:srgbClr val="2D74FF"/>
          </a:solidFill>
          <a:ln w="12700">
            <a:solidFill>
              <a:srgbClr val="2D74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Room database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32461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SavedCityDTO: id, name, region, country, token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RecentSearchesDTO: id, name, region, country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Used by Location Manager and Search screens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325880"/>
            <a:ext cx="3474720" cy="502920"/>
          </a:xfrm>
          <a:prstGeom prst="roundRect">
            <a:avLst/>
          </a:prstGeom>
          <a:solidFill>
            <a:srgbClr val="1E9E6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Preferences DataStore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029968"/>
            <a:ext cx="32461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city_selected: first-launch routing flag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city_token: WeatherAPI-compatible token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isFahrenheitSelected: unit preference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1325880"/>
            <a:ext cx="3108960" cy="502920"/>
          </a:xfrm>
          <a:prstGeom prst="roundRect">
            <a:avLst/>
          </a:prstGeom>
          <a:solidFill>
            <a:srgbClr val="F0B429"/>
          </a:solidFill>
          <a:ln w="12700">
            <a:solidFill>
              <a:srgbClr val="F0B42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both?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0" y="2029968"/>
            <a:ext cx="28803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Room stores lists of entities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DataStore stores simple key-value state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</a:rPr>
              <a:t>• Together they support continuity across app launches</a:t>
            </a:r>
            <a:endParaRPr lang="en-US" sz="1500" dirty="0"/>
          </a:p>
        </p:txBody>
      </p:sp>
      <p:pic>
        <p:nvPicPr>
          <p:cNvPr id="12" name="Image 0" descr="/mnt/data/woweather_assets/location_manager.png"/>
          <p:cNvPicPr>
            <a:picLocks noChangeAspect="1"/>
          </p:cNvPicPr>
          <p:nvPr/>
        </p:nvPicPr>
        <p:blipFill>
          <a:blip r:embed="rId3"/>
          <a:srcRect t="12966" b="12966"/>
          <a:stretch/>
        </p:blipFill>
        <p:spPr>
          <a:xfrm>
            <a:off x="1143000" y="4270248"/>
            <a:ext cx="1143000" cy="1783080"/>
          </a:xfrm>
          <a:prstGeom prst="rect">
            <a:avLst/>
          </a:prstGeom>
        </p:spPr>
      </p:pic>
      <p:pic>
        <p:nvPicPr>
          <p:cNvPr id="13" name="Image 1" descr="/mnt/data/woweather_assets/search_screen.png"/>
          <p:cNvPicPr>
            <a:picLocks noChangeAspect="1"/>
          </p:cNvPicPr>
          <p:nvPr/>
        </p:nvPicPr>
        <p:blipFill>
          <a:blip r:embed="rId4"/>
          <a:srcRect t="11774" b="11774"/>
          <a:stretch/>
        </p:blipFill>
        <p:spPr>
          <a:xfrm>
            <a:off x="5440680" y="4187952"/>
            <a:ext cx="1143000" cy="1874520"/>
          </a:xfrm>
          <a:prstGeom prst="rect">
            <a:avLst/>
          </a:prstGeom>
        </p:spPr>
      </p:pic>
      <p:pic>
        <p:nvPicPr>
          <p:cNvPr id="14" name="Image 2" descr="/mnt/data/woweather_assets/settings_screen.png"/>
          <p:cNvPicPr>
            <a:picLocks noChangeAspect="1"/>
          </p:cNvPicPr>
          <p:nvPr/>
        </p:nvPicPr>
        <p:blipFill>
          <a:blip r:embed="rId5"/>
          <a:srcRect t="13294" b="13294"/>
          <a:stretch/>
        </p:blipFill>
        <p:spPr>
          <a:xfrm>
            <a:off x="9235440" y="4270248"/>
            <a:ext cx="114300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Mobile interface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user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09</a:t>
            </a:r>
            <a:endParaRPr lang="en-US" sz="850" dirty="0"/>
          </a:p>
        </p:txBody>
      </p:sp>
      <p:pic>
        <p:nvPicPr>
          <p:cNvPr id="6" name="Image 0" descr="/mnt/data/woweather_assets/search_screen.png"/>
          <p:cNvPicPr>
            <a:picLocks noChangeAspect="1"/>
          </p:cNvPicPr>
          <p:nvPr/>
        </p:nvPicPr>
        <p:blipFill>
          <a:blip r:embed="rId3"/>
          <a:srcRect l="148" r="148"/>
          <a:stretch/>
        </p:blipFill>
        <p:spPr>
          <a:xfrm>
            <a:off x="685800" y="1325880"/>
            <a:ext cx="1508760" cy="3246120"/>
          </a:xfrm>
          <a:prstGeom prst="rect">
            <a:avLst/>
          </a:prstGeom>
        </p:spPr>
      </p:pic>
      <p:pic>
        <p:nvPicPr>
          <p:cNvPr id="7" name="Image 1" descr="/mnt/data/woweather_assets/home_screen.png"/>
          <p:cNvPicPr>
            <a:picLocks noChangeAspect="1"/>
          </p:cNvPicPr>
          <p:nvPr/>
        </p:nvPicPr>
        <p:blipFill>
          <a:blip r:embed="rId4"/>
          <a:srcRect l="616" r="616"/>
          <a:stretch/>
        </p:blipFill>
        <p:spPr>
          <a:xfrm>
            <a:off x="2788920" y="1325880"/>
            <a:ext cx="1508760" cy="3246120"/>
          </a:xfrm>
          <a:prstGeom prst="rect">
            <a:avLst/>
          </a:prstGeom>
        </p:spPr>
      </p:pic>
      <p:pic>
        <p:nvPicPr>
          <p:cNvPr id="8" name="Image 2" descr="/mnt/data/woweather_assets/details_screen.png"/>
          <p:cNvPicPr>
            <a:picLocks noChangeAspect="1"/>
          </p:cNvPicPr>
          <p:nvPr/>
        </p:nvPicPr>
        <p:blipFill>
          <a:blip r:embed="rId5"/>
          <a:srcRect l="1053" r="1053"/>
          <a:stretch/>
        </p:blipFill>
        <p:spPr>
          <a:xfrm>
            <a:off x="4892040" y="1325880"/>
            <a:ext cx="1508760" cy="3246120"/>
          </a:xfrm>
          <a:prstGeom prst="rect">
            <a:avLst/>
          </a:prstGeom>
        </p:spPr>
      </p:pic>
      <p:pic>
        <p:nvPicPr>
          <p:cNvPr id="9" name="Image 3" descr="/mnt/data/woweather_assets/location_manager.png"/>
          <p:cNvPicPr>
            <a:picLocks noChangeAspect="1"/>
          </p:cNvPicPr>
          <p:nvPr/>
        </p:nvPicPr>
        <p:blipFill>
          <a:blip r:embed="rId6"/>
          <a:srcRect l="1053" r="1053"/>
          <a:stretch/>
        </p:blipFill>
        <p:spPr>
          <a:xfrm>
            <a:off x="6995160" y="1325880"/>
            <a:ext cx="1508760" cy="3246120"/>
          </a:xfrm>
          <a:prstGeom prst="rect">
            <a:avLst/>
          </a:prstGeom>
        </p:spPr>
      </p:pic>
      <p:pic>
        <p:nvPicPr>
          <p:cNvPr id="10" name="Image 4" descr="/mnt/data/woweather_assets/settings_screen.png"/>
          <p:cNvPicPr>
            <a:picLocks noChangeAspect="1"/>
          </p:cNvPicPr>
          <p:nvPr/>
        </p:nvPicPr>
        <p:blipFill>
          <a:blip r:embed="rId7"/>
          <a:srcRect l="616" r="616"/>
          <a:stretch/>
        </p:blipFill>
        <p:spPr>
          <a:xfrm>
            <a:off x="9098280" y="1325880"/>
            <a:ext cx="1508760" cy="32461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4754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Search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2944368" y="4754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Home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5010912" y="4754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Details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095744" y="4754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Locations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262872" y="4754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55B"/>
                </a:solidFill>
              </a:rPr>
              <a:t>Settings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777240" y="535838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74FF"/>
                </a:solidFill>
              </a:rPr>
              <a:t>First launch → choose city → load forecast → inspect day/hour → manage places → change units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What is notable?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MVVM-style state handling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BaseViewModel exposes screen state and one-off effects.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3400" y="1325880"/>
            <a:ext cx="3474720" cy="9601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Connectivity observation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MainActivity shows a blocking dialog when the network becomes unavailable.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0" y="132588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Search debounce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Search waits 300 ms and cancels the previous coroutine before calling the API.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474720" cy="9601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Visual weather components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WindCompassView, SunriseView, and an MPAndroidChart hourly temperature line chart.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83464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Navigation + Safe Args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Details receive city, weather type, date; Hourly receives a Parcelable HourUiModel.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0" y="2834640"/>
            <a:ext cx="3474720" cy="96012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C9D8E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Manual refresh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1D2433"/>
                </a:solidFill>
              </a:rPr>
              <a:t>Home and Details trigger explicit forecast reloads and loading UI.</a:t>
            </a:r>
            <a:endParaRPr lang="en-US" sz="1450" dirty="0"/>
          </a:p>
        </p:txBody>
      </p:sp>
      <p:pic>
        <p:nvPicPr>
          <p:cNvPr id="12" name="Image 0" descr="/mnt/data/woweather_assets/details_screen.png"/>
          <p:cNvPicPr>
            <a:picLocks noChangeAspect="1"/>
          </p:cNvPicPr>
          <p:nvPr/>
        </p:nvPicPr>
        <p:blipFill>
          <a:blip r:embed="rId3"/>
          <a:srcRect t="29228" b="29228"/>
          <a:stretch/>
        </p:blipFill>
        <p:spPr>
          <a:xfrm>
            <a:off x="4800600" y="4279392"/>
            <a:ext cx="1828800" cy="1600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48280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2355B"/>
                </a:solidFill>
              </a:rPr>
              <a:t>These features show both Android platform use and attention to user experience.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&amp; current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4251960" cy="502920"/>
          </a:xfrm>
          <a:prstGeom prst="roundRect">
            <a:avLst/>
          </a:prstGeom>
          <a:solidFill>
            <a:srgbClr val="1E9E6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Manual validation confirmed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4069080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First launch routes to Search when no city is selected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Location selection stores data and loads Home forecast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Saved locations can be selected or deleted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Fahrenheit switch updates relevant screens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Refresh buttons start new forecast requests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Network loss displays a non-cancelable warning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5715000" y="1325880"/>
            <a:ext cx="4251960" cy="502920"/>
          </a:xfrm>
          <a:prstGeom prst="roundRect">
            <a:avLst/>
          </a:prstGeom>
          <a:solidFill>
            <a:srgbClr val="DB3A34"/>
          </a:solidFill>
          <a:ln w="12700">
            <a:solidFill>
              <a:srgbClr val="DB3A3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Known limitations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806440" y="2029968"/>
            <a:ext cx="4160520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Live AQI is not implemented; displayed AQI is generated for prototype UI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No offline cache of the last successful forecast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API key is hardcoded in the current source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Automated tests are limited to the default template unit test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D2433"/>
                </a:solidFill>
              </a:rPr>
              <a:t>• No GPS/current-device location or completed notification feature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</a:rPr>
              <a:t>Important distinction: the thesis states what is implemented, partial, and planned.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4FF"/>
                </a:solidFill>
              </a:rPr>
              <a:t>Closing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Results, 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6473952"/>
            <a:ext cx="10927080" cy="0"/>
          </a:xfrm>
          <a:prstGeom prst="line">
            <a:avLst/>
          </a:prstGeom>
          <a:noFill/>
          <a:ln w="10160">
            <a:solidFill>
              <a:srgbClr val="C9D8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8368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WoWeather thesis defence  |  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4983480" cy="114300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2D74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2355B"/>
                </a:solidFill>
              </a:rPr>
              <a:t>Delivered result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12355B"/>
                </a:solidFill>
              </a:rPr>
              <a:t>A functional Android weather client with REST integration, local persistence, dependency injection, navigation, and custom weather UI.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355080" y="1371600"/>
            <a:ext cx="4983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9E6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2355B"/>
                </a:solidFill>
              </a:rPr>
              <a:t>Strong point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12355B"/>
                </a:solidFill>
              </a:rPr>
              <a:t>Clear separation between UI screens, use cases, repositories, and data sources makes the app extendable.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55B"/>
                </a:solidFill>
              </a:rPr>
              <a:t>Next improvements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5029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Replace AQI prototype with live data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Move API configuration out of version control and rotate exposed key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Cache the latest forecast for offline reading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Add mapper/use-case/ViewModel tests and Espresso navigation tests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Fix data-label mismatches and add deduplication rules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D2433"/>
                </a:solidFill>
              </a:rPr>
              <a:t>• Design a separate dark-theme palette and verify accessibility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38770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74FF"/>
                </a:solidFill>
              </a:rPr>
              <a:t>Thank you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9224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355080" y="49834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D2433"/>
                </a:solidFill>
              </a:rPr>
              <a:t>WoWeather demonstrates a complete core flow and provides a solid base for production hardening.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Microsoft Office PowerPoint</Application>
  <PresentationFormat>Widescreen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Łódź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WoWeather — Defence Presentation</dc:title>
  <dc:subject>WoWeather thesis defence presentation</dc:subject>
  <dc:creator>OpenAI</dc:creator>
  <cp:lastModifiedBy>Ravan Aliyev</cp:lastModifiedBy>
  <cp:revision>2</cp:revision>
  <dcterms:created xsi:type="dcterms:W3CDTF">2026-09-21T20:11:18Z</dcterms:created>
  <dcterms:modified xsi:type="dcterms:W3CDTF">2026-09-21T20:18:34Z</dcterms:modified>
</cp:coreProperties>
</file>